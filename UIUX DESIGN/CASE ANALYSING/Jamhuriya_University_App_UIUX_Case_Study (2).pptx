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196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A04B"/>
                </a:solidFill>
              </a:rPr>
              <a:t>UI/UX CASE STUDY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Jamhuriya University App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66074"/>
                </a:solidFill>
              </a:rPr>
              <a:t>Evaluating a local application: features, design and user experience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1463040" cy="73152"/>
          </a:xfrm>
          <a:prstGeom prst="rect">
            <a:avLst/>
          </a:prstGeom>
          <a:solidFill>
            <a:srgbClr val="F4D93A"/>
          </a:solidFill>
          <a:ln w="12700">
            <a:solidFill>
              <a:srgbClr val="F4D9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3434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A4A"/>
                </a:solidFill>
              </a:rPr>
              <a:t>Group members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66074"/>
                </a:solidFill>
              </a:rPr>
              <a:t>Sabir Abukar Abdikadir  (C1230785)</a:t>
            </a:r>
            <a:endParaRPr lang="en-US" sz="1400" b="1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66074"/>
                </a:solidFill>
              </a:rPr>
              <a:t>Hassan Abdirahin Abshir  (C1230866)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66074"/>
                </a:solidFill>
              </a:rPr>
              <a:t>Abdikani Mohamud Nur  (C1230893)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chemeClr val="tx2"/>
                </a:solidFill>
              </a:rPr>
              <a:t>Abdirizak Tahlil Mohamoud C1230098</a:t>
            </a:r>
          </a:p>
        </p:txBody>
      </p:sp>
      <p:pic>
        <p:nvPicPr>
          <p:cNvPr id="9" name="Image 0" descr="/mnt/user-data/uploads/10000302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201759"/>
            <a:ext cx="4023360" cy="39972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" cy="64008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Overview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074"/>
                </a:solidFill>
              </a:rPr>
              <a:t>Jamhuriya University App  |  UI/UX Case Study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074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</a:rPr>
              <a:t>Jamhuriya University of Science and Technology (JUST)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103120" cy="22860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2103120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66074"/>
                </a:solidFill>
              </a:rPr>
              <a:t>Year it started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88920" y="2011680"/>
            <a:ext cx="2103120" cy="22860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2011680"/>
            <a:ext cx="2103120" cy="109728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036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A0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Mogadishu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66074"/>
                </a:solidFill>
              </a:rPr>
              <a:t>Location, Somalia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2011680"/>
            <a:ext cx="2103120" cy="22860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2011680"/>
            <a:ext cx="2103120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66074"/>
                </a:solidFill>
              </a:rPr>
              <a:t>Type of university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69480" y="2011680"/>
            <a:ext cx="2103120" cy="22860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480" y="2011680"/>
            <a:ext cx="2103120" cy="109728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6092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A0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Science &amp; Tech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66074"/>
                </a:solidFill>
              </a:rPr>
              <a:t>Main focus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509760" y="2011680"/>
            <a:ext cx="2103120" cy="22860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0" y="2011680"/>
            <a:ext cx="2103120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0" y="2377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Somali scholars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66074"/>
                </a:solidFill>
              </a:rPr>
              <a:t>Who founded it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12500"/>
            </a:avLst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D93A"/>
                </a:solidFill>
              </a:rPr>
              <a:t>Purpose:  </a:t>
            </a:r>
            <a:r>
              <a:rPr lang="en-US" sz="2000" dirty="0">
                <a:solidFill>
                  <a:srgbClr val="FFFFFF"/>
                </a:solidFill>
              </a:rPr>
              <a:t>to give higher education that meets international standards.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" cy="64008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App?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074"/>
                </a:solidFill>
              </a:rPr>
              <a:t>Jamhuriya University App  |  UI/UX Case Study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074"/>
                </a:solidFill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73152" cy="109728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50876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JUST Mobile: Jamhuriya Official App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A guide for students who want to study at JUST and for students who study there now.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154680"/>
            <a:ext cx="73152" cy="109728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06324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What it gives users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The latest updates, events, exam results and notices in one place.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709160"/>
            <a:ext cx="73152" cy="109728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61772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Quick facts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Released Dec 2020  |  10k+ downloads  |  Rating 4.7 on Google Play</a:t>
            </a:r>
            <a:endParaRPr lang="en-US" sz="1500" dirty="0"/>
          </a:p>
        </p:txBody>
      </p:sp>
      <p:pic>
        <p:nvPicPr>
          <p:cNvPr id="16" name="Image 0" descr="/mnt/user-data/uploads/100003029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997" y="1188720"/>
            <a:ext cx="303528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" cy="64008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Uses It and How It Helps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074"/>
                </a:solidFill>
              </a:rPr>
              <a:t>Jamhuriya University App  |  UI/UX Case Study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074"/>
                </a:solidFill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675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73152" cy="77724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50876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Students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See schedule, exams, attendance and fees on the phone.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6675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88920"/>
            <a:ext cx="73152" cy="77724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9748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Parents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Follow their child's progress without going to campus.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6675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77640"/>
            <a:ext cx="73152" cy="77724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8620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Lecturers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Get news and notices in one place.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6675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166360"/>
            <a:ext cx="73152" cy="77724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0749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New students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Explore faculties and programs before they join.</a:t>
            </a:r>
            <a:endParaRPr lang="en-US" sz="1500" dirty="0"/>
          </a:p>
        </p:txBody>
      </p:sp>
      <p:pic>
        <p:nvPicPr>
          <p:cNvPr id="19" name="Image 0" descr="/mnt/user-data/uploads/10000303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406" y="1188720"/>
            <a:ext cx="309646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" cy="64008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Audience and Main Goals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074"/>
                </a:solidFill>
              </a:rPr>
              <a:t>Jamhuriya University App  |  UI/UX Case Study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074"/>
                </a:solidFill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A4A"/>
                </a:solidFill>
              </a:rPr>
              <a:t>Current JUST students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66074"/>
                </a:solidFill>
              </a:rPr>
              <a:t>Check classes, exams and news every day.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737360"/>
            <a:ext cx="640080" cy="640080"/>
          </a:xfrm>
          <a:prstGeom prst="ellipse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A4A"/>
                </a:solidFill>
              </a:rPr>
              <a:t>Future students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66074"/>
                </a:solidFill>
              </a:rPr>
              <a:t>Learn about faculties and programs before joining.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737360"/>
            <a:ext cx="640080" cy="640080"/>
          </a:xfrm>
          <a:prstGeom prst="ellipse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A4A"/>
                </a:solidFill>
              </a:rPr>
              <a:t>Parents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66074"/>
                </a:solidFill>
              </a:rPr>
              <a:t>Stay informed about their child's studies.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A"/>
                </a:solidFill>
              </a:rPr>
              <a:t>Main goals of the app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2606040" cy="1005840"/>
          </a:xfrm>
          <a:prstGeom prst="roundRect">
            <a:avLst>
              <a:gd name="adj" fmla="val 18182"/>
            </a:avLst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572000"/>
            <a:ext cx="2606040" cy="1005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Easy access to information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337560" y="4572000"/>
            <a:ext cx="2606040" cy="1005840"/>
          </a:xfrm>
          <a:prstGeom prst="roundRect">
            <a:avLst>
              <a:gd name="adj" fmla="val 18182"/>
            </a:avLst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37560" y="4572000"/>
            <a:ext cx="2606040" cy="1005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Save time and travel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26480" y="4572000"/>
            <a:ext cx="2606040" cy="1005840"/>
          </a:xfrm>
          <a:prstGeom prst="roundRect">
            <a:avLst>
              <a:gd name="adj" fmla="val 18182"/>
            </a:avLst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4572000"/>
            <a:ext cx="2606040" cy="1005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Keep parents informed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15400" y="4572000"/>
            <a:ext cx="2606040" cy="1005840"/>
          </a:xfrm>
          <a:prstGeom prst="roundRect">
            <a:avLst>
              <a:gd name="adj" fmla="val 18182"/>
            </a:avLst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15400" y="4572000"/>
            <a:ext cx="2606040" cy="1005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Share news and events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" cy="64008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Overview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074"/>
                </a:solidFill>
              </a:rPr>
              <a:t>Jamhuriya University App  |  UI/UX Case Study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074"/>
                </a:solidFill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3A4FA5"/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54480" y="1463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A"/>
                </a:solidFill>
              </a:rPr>
              <a:t>Blue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66074"/>
                </a:solidFill>
              </a:rPr>
              <a:t>Headers, menus and buttons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22A04B"/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2423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A"/>
                </a:solidFill>
              </a:rPr>
              <a:t>Green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66074"/>
                </a:solidFill>
              </a:rPr>
              <a:t>Icons and the active tab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1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54480" y="3383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A"/>
                </a:solidFill>
              </a:rPr>
              <a:t>White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66074"/>
                </a:solidFill>
              </a:rPr>
              <a:t>Clean, simple background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572000"/>
            <a:ext cx="73152" cy="50292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4805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Icons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Simple line icons with short labels, one for each faculty.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486400"/>
            <a:ext cx="73152" cy="50292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3949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Layout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Cards in a grid, a side menu and four tabs at the bottom.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784848" y="1320766"/>
            <a:ext cx="2798064" cy="4856549"/>
          </a:xfrm>
          <a:prstGeom prst="roundRect">
            <a:avLst>
              <a:gd name="adj" fmla="val 4902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20" name="Image 0" descr="/mnt/user-data/uploads/10000304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93918"/>
            <a:ext cx="2651760" cy="4710245"/>
          </a:xfrm>
          <a:prstGeom prst="rect">
            <a:avLst/>
          </a:prstGeom>
        </p:spPr>
      </p:pic>
      <p:pic>
        <p:nvPicPr>
          <p:cNvPr id="21" name="Image 1" descr="/mnt/user-data/uploads/10000303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1769449"/>
            <a:ext cx="2377440" cy="38677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" cy="64008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074"/>
                </a:solidFill>
              </a:rPr>
              <a:t>Jamhuriya University App  |  UI/UX Case Study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074"/>
                </a:solidFill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7515" y="1298448"/>
            <a:ext cx="2205449" cy="3803904"/>
          </a:xfrm>
          <a:prstGeom prst="roundRect">
            <a:avLst>
              <a:gd name="adj" fmla="val 6219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8" name="Image 0" descr="/mnt/user-data/uploads/10000304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67" y="1371600"/>
            <a:ext cx="2059145" cy="3657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257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4FA5"/>
                </a:solidFill>
              </a:rPr>
              <a:t>Student Portal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66074"/>
                </a:solidFill>
              </a:rPr>
              <a:t>Exams, Finance, Attendance, Schedule, Evaluation, Profile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22634" y="1298448"/>
            <a:ext cx="2013132" cy="3803904"/>
          </a:xfrm>
          <a:prstGeom prst="roundRect">
            <a:avLst>
              <a:gd name="adj" fmla="val 6813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11" name="Image 1" descr="/mnt/user-data/uploads/100003044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86" y="1371600"/>
            <a:ext cx="1866828" cy="3657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5257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4FA5"/>
                </a:solidFill>
              </a:rPr>
              <a:t>Events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66074"/>
                </a:solidFill>
              </a:rPr>
              <a:t>News and announcements with a Read More button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956075" y="1298448"/>
            <a:ext cx="2364170" cy="3803904"/>
          </a:xfrm>
          <a:prstGeom prst="roundRect">
            <a:avLst>
              <a:gd name="adj" fmla="val 5802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14" name="Image 2" descr="/mnt/user-data/uploads/100003045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227" y="1371600"/>
            <a:ext cx="2217866" cy="3657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66560" y="5257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4FA5"/>
                </a:solidFill>
              </a:rPr>
              <a:t>My Schedule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66074"/>
                </a:solidFill>
              </a:rPr>
              <a:t>Daily classes with time and lecturer name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9966960" y="1371600"/>
            <a:ext cx="1737360" cy="484632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0104120" y="1508760"/>
            <a:ext cx="1463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A04B"/>
                </a:solidFill>
              </a:rPr>
              <a:t>Also inside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A4A"/>
                </a:solidFill>
              </a:rPr>
              <a:t>Faculties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A4A"/>
                </a:solidFill>
              </a:rPr>
              <a:t>Programs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A4A"/>
                </a:solidFill>
              </a:rPr>
              <a:t>Centers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A4A"/>
                </a:solidFill>
              </a:rPr>
              <a:t>News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A4A"/>
                </a:solidFill>
              </a:rPr>
              <a:t>Welcome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A4A"/>
                </a:solidFill>
              </a:rPr>
              <a:t>About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A4A"/>
                </a:solidFill>
              </a:rPr>
              <a:t>Contact us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A4A"/>
                </a:solidFill>
              </a:rPr>
              <a:t>Dark mode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" cy="64008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Features (1 of 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074"/>
                </a:solidFill>
              </a:rPr>
              <a:t>Jamhuriya University App  |  UI/UX Case Study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074"/>
                </a:solidFill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73152" cy="82296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508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1. No current events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Latest events are from 2024. Add JUSA Day, IT Day, seminars and an Announcements page.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88920"/>
            <a:ext cx="73152" cy="82296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974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2. No push notifications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Holidays, events and absences are sent on WhatsApp. The app should send them.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77640"/>
            <a:ext cx="73152" cy="82296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862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3. Payment bug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130.00 goes to the phone dialer as 13000. Users may think the amount is much bigger.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166360"/>
            <a:ext cx="73152" cy="82296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074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4. No search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Users cannot search for courses, news or events.</a:t>
            </a:r>
            <a:endParaRPr lang="en-US" sz="1500" dirty="0"/>
          </a:p>
        </p:txBody>
      </p:sp>
      <p:pic>
        <p:nvPicPr>
          <p:cNvPr id="19" name="Image 0" descr="/mnt/user-data/uploads/10000300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592615"/>
            <a:ext cx="4023360" cy="1752529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9282836" y="3493008"/>
            <a:ext cx="1734008" cy="2889504"/>
          </a:xfrm>
          <a:prstGeom prst="roundRect">
            <a:avLst>
              <a:gd name="adj" fmla="val 7910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21" name="Image 1" descr="/mnt/user-data/uploads/10000300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988" y="3566160"/>
            <a:ext cx="1587704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" cy="64008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Features (2 of 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074"/>
                </a:solidFill>
              </a:rPr>
              <a:t>Jamhuriya University App  |  UI/UX Case Study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074"/>
                </a:solidFill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73152" cy="82296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508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5. Dark mode is not finished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The Welcome page stays white. On About, text and background do not match well.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88920"/>
            <a:ext cx="73152" cy="82296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974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6. No lecturer contact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Schedule shows time, course and lecturer, but no call or message button.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77640"/>
            <a:ext cx="73152" cy="82296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862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7. Logout has no warning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One tap logs the user out. It needs "Are you sure? Yes / Cancel".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166360"/>
            <a:ext cx="73152" cy="82296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074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8. Slow login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Users type ID and password each time. Add saved account, passcode or fingerprint.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07808" y="1397508"/>
            <a:ext cx="2249424" cy="4703064"/>
          </a:xfrm>
          <a:prstGeom prst="roundRect">
            <a:avLst>
              <a:gd name="adj" fmla="val 6098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20" name="Image 0" descr="/mnt/user-data/uploads/10000300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470660"/>
            <a:ext cx="2103120" cy="455676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9802368" y="1397508"/>
            <a:ext cx="2249424" cy="4703064"/>
          </a:xfrm>
          <a:prstGeom prst="roundRect">
            <a:avLst>
              <a:gd name="adj" fmla="val 6098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22" name="Image 1" descr="/mnt/user-data/uploads/100003044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1470660"/>
            <a:ext cx="2103120" cy="4556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" cy="64008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Logout Needs a Warning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074"/>
                </a:solidFill>
              </a:rPr>
              <a:t>Jamhuriya University App  |  UI/UX Case Study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074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7146" y="1527048"/>
            <a:ext cx="4552188" cy="4626864"/>
          </a:xfrm>
          <a:prstGeom prst="roundRect">
            <a:avLst>
              <a:gd name="adj" fmla="val 3013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8" name="Image 0" descr="/home/claude/c45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98" y="1600200"/>
            <a:ext cx="4405884" cy="4480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50876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0" y="1645920"/>
            <a:ext cx="73152" cy="73152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15544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The problem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The red Logout button logs the user out with one tap. There is no warning.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035040" y="265176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2788920"/>
            <a:ext cx="73152" cy="73152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63640" y="26974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Why it matters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A student can tap it by mistake and must sign in again with ID and password.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035040" y="3794760"/>
            <a:ext cx="5577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3931920"/>
            <a:ext cx="73152" cy="73152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63640" y="38404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Our suggestion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Ask first with Yes and Cancel. Add fingerprint login for fast sign-in.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035040" y="502920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35040" y="50749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4A"/>
                </a:solidFill>
              </a:rPr>
              <a:t>Are you sure you want to log out?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83680" y="557784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E8ECF7"/>
          </a:solidFill>
          <a:ln w="12700">
            <a:solidFill>
              <a:srgbClr val="E8EC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0" y="5577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4FA5"/>
                </a:solidFill>
              </a:rPr>
              <a:t>Cancel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869680" y="557784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869680" y="5577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Yes, log out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" cy="64008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 for Improvement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074"/>
                </a:solidFill>
              </a:rPr>
              <a:t>Jamhuriya University App  |  UI/UX Case Study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074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" cy="73152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630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Fix the payment amount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Send 130 and show a check screen first.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54480"/>
            <a:ext cx="73152" cy="73152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4630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Add push notifications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Events, absences, holidays and attendance.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43200"/>
            <a:ext cx="73152" cy="73152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6517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Keep events current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Add JUSA Day, IT Day and seminars on time.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2606040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743200"/>
            <a:ext cx="73152" cy="73152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6517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Add a search bar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Find courses, news and events fast.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1920"/>
            <a:ext cx="73152" cy="73152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8404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Finish dark mode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Every page should follow the same mode.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63640" y="3794760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3931920"/>
            <a:ext cx="73152" cy="73152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38404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Safer login and logout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Ask before logout. Add fingerprint login.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120640"/>
            <a:ext cx="73152" cy="731520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0292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Add lecturer contact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A call or message button on the schedule.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63640" y="4983480"/>
            <a:ext cx="5349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5120640"/>
            <a:ext cx="73152" cy="73152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50292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</a:rPr>
              <a:t>Clean up text and dates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66074"/>
                </a:solidFill>
              </a:rPr>
              <a:t>Left-aligned text, dates like 16 Nov 2024, fix typos.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09728" cy="640080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and Predictions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6074"/>
                </a:solidFill>
              </a:rPr>
              <a:t>Jamhuriya University App  |  UI/UX Case Study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074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349240" cy="37490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17320"/>
            <a:ext cx="5349240" cy="128016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6916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3A4FA5"/>
                </a:solidFill>
              </a:rPr>
              <a:t>What we found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A4A"/>
                </a:solidFill>
              </a:rPr>
              <a:t>Good: clean menus, clear icons, blue and green fit the university.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A4A"/>
                </a:solidFill>
              </a:rPr>
              <a:t>Needs work: old events, no notifications, payment bug, unfinished dark mode.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349240" cy="37490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417320"/>
            <a:ext cx="5349240" cy="128016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16916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2A04B"/>
                </a:solidFill>
              </a:rPr>
              <a:t>What we predict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A4A"/>
                </a:solidFill>
              </a:rPr>
              <a:t>A good UI/UX team makes the app easier to use and nicer to look at.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A4A"/>
                </a:solidFill>
              </a:rPr>
              <a:t>Fixing small details gives more trust, more daily use and happier students and parents.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17647"/>
            </a:avLst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Good design = easy to use + nice to look at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4FA5"/>
          </a:solidFill>
          <a:ln w="12700">
            <a:solidFill>
              <a:srgbClr val="3A4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2A04B"/>
          </a:solidFill>
          <a:ln w="12700">
            <a:solidFill>
              <a:srgbClr val="22A0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A04B"/>
                </a:solidFill>
              </a:rPr>
              <a:t>ONE QUESTION FOR YOU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6766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A4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 could add ONE feature to the Jamhuriya University App, what would it be?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1463040" cy="73152"/>
          </a:xfrm>
          <a:prstGeom prst="rect">
            <a:avLst/>
          </a:prstGeom>
          <a:solidFill>
            <a:srgbClr val="F4D93A"/>
          </a:solidFill>
          <a:ln w="12700">
            <a:solidFill>
              <a:srgbClr val="F4D9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7548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</a:rPr>
              <a:t>Thank you!</a:t>
            </a:r>
            <a:endParaRPr lang="en-US" sz="2800" dirty="0"/>
          </a:p>
        </p:txBody>
      </p:sp>
      <p:pic>
        <p:nvPicPr>
          <p:cNvPr id="8" name="Image 0" descr="/mnt/user-data/uploads/10000302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57181"/>
            <a:ext cx="3474720" cy="34521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954</Words>
  <Application>Microsoft Office PowerPoint</Application>
  <PresentationFormat>Widescreen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Jamhuriya University App - UI/UX Case Study 1</dc:title>
  <dc:subject>PptxGenJS Presentation</dc:subject>
  <dc:creator>PptxGenJS</dc:creator>
  <cp:lastModifiedBy>open btn</cp:lastModifiedBy>
  <cp:revision>2</cp:revision>
  <dcterms:created xsi:type="dcterms:W3CDTF">2026-10-02T13:54:51Z</dcterms:created>
  <dcterms:modified xsi:type="dcterms:W3CDTF">2026-10-03T08:49:14Z</dcterms:modified>
</cp:coreProperties>
</file>